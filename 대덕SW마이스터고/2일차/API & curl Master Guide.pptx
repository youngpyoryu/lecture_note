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C3D14A-1A2C-491A-BA4A-860D0E379F51}">
  <a:tblStyle styleId="{03C3D14A-1A2C-491A-BA4A-860D0E379F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5.xml"/><Relationship Id="rId22" Type="http://schemas.openxmlformats.org/officeDocument/2006/relationships/font" Target="fonts/Inter-italic.fntdata"/><Relationship Id="rId10" Type="http://schemas.openxmlformats.org/officeDocument/2006/relationships/slide" Target="slides/slide4.xml"/><Relationship Id="rId21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60483" y="2678459"/>
            <a:ext cx="827103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API &amp; curl Master Guide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48037" y="3623220"/>
            <a:ext cx="5495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현대 소프트웨어 연동의 핵심 원리와 실전 도구 활용법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316509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470671" y="3133725"/>
            <a:ext cx="525065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PART 1. API의 이해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514850" y="4379565"/>
            <a:ext cx="316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Application Programming Interface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209800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서로 다른 소프트웨어의 약속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7717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API는 기능과 데이터를 주고받기 위한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연동 표준 규칙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입니다. 시스템이 거대해질수록 각 서비스는 독립적으로 동작해야 하며, API는 이들 간의 통신을 가능하게 합니다.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47750" y="3971925"/>
            <a:ext cx="4810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시스템 확장성: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독립적 모듈화 가능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47750" y="4762500"/>
            <a:ext cx="4810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개발 효율성: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내부 구현 없이 호출만으로 연동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00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006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API의 정의와 필요성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5715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레스토랑 비유로 이해하기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14763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API는 레스토랑의 '메뉴판'과 같습니다.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5581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 주방의 내부 조리법을 몰라도 주문은 가능합니다 (구현 은닉).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47750" y="2076450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메뉴판: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사용할 수 있는 기능(API 문서)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47750" y="2867025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주문: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정해진 규칙의 요청(Request)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47750" y="3657600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주방: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요청을 처리하는 서버(Server)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47750" y="4448175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요리: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처리된 응답 데이터(Response)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51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57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86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3816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76375"/>
            <a:ext cx="53816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91000"/>
            <a:ext cx="53816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191000"/>
            <a:ext cx="53816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7716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66775" y="2343150"/>
            <a:ext cx="5030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Endpoint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2857500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요청을 보내는 특정 주소입니다.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예: /users, /orders/1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17716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534150" y="2343150"/>
            <a:ext cx="5030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34150" y="2857500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무엇을 할 것인가를 결정합니다.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GET, POST, PUT, DELETE 등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4862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66775" y="5057775"/>
            <a:ext cx="5030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5572125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입력 조건과 데이터를 전달합니다.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Header, Query, Body 포함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44862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534150" y="5057775"/>
            <a:ext cx="50306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Response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34150" y="5572125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처리 결과와 상태를 받습니다.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상태코드(200, 404) 및 JSON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API 핵심 4대 구성요소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8"/>
          <p:cNvGraphicFramePr/>
          <p:nvPr/>
        </p:nvGraphicFramePr>
        <p:xfrm>
          <a:off x="571500" y="228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{03C3D14A-1A2C-491A-BA4A-860D0E379F51}</a:tableStyleId>
              </a:tblPr>
              <a:tblGrid>
                <a:gridCol w="1749775"/>
                <a:gridCol w="2215300"/>
                <a:gridCol w="3894525"/>
                <a:gridCol w="318937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의미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주요 용도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예시 URL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조회 (Read)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데이터를 가져올 때 사용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 /user/andy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생성 (Create)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새로운 리소스를 등록할 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/user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수정 (Update)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기존 데이터를 전체 교체할 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PUT /user/andy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삭제 (Delete)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데이터를 제거할 때 사용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 /user/andy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8"/>
          <p:cNvSpPr/>
          <p:nvPr/>
        </p:nvSpPr>
        <p:spPr>
          <a:xfrm>
            <a:off x="571500" y="3552825"/>
            <a:ext cx="17497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321272" y="3552825"/>
            <a:ext cx="22153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536578" y="3552825"/>
            <a:ext cx="38945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431113" y="3552825"/>
            <a:ext cx="318938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71500" y="4171950"/>
            <a:ext cx="17497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321272" y="4171950"/>
            <a:ext cx="22153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536578" y="4171950"/>
            <a:ext cx="38945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431113" y="4171950"/>
            <a:ext cx="318938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791075"/>
            <a:ext cx="17497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321272" y="4791075"/>
            <a:ext cx="22153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536578" y="4791075"/>
            <a:ext cx="38945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431113" y="4791075"/>
            <a:ext cx="318938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5410200"/>
            <a:ext cx="174977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321272" y="5410200"/>
            <a:ext cx="221530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536578" y="5410200"/>
            <a:ext cx="38945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431113" y="5410200"/>
            <a:ext cx="318938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800100" y="571500"/>
            <a:ext cx="1136142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HTTP Method &amp; Resource Mapping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5619750" y="2316509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3050619" y="3133725"/>
            <a:ext cx="609076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PART 2. curl 활용하기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81537" y="4379565"/>
            <a:ext cx="2828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Client URL Command Line Tool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2209800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터미널의 API 통제소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27717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curl(Client URL)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은 브라우저 없이 터미널에서 데이터를 전송하는 명령줄 도구입니다. API를 테스트하고 디버깅할 때 가장 먼저 사용하는 '표준 도구'입니다.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1047750" y="3971925"/>
            <a:ext cx="4810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속도: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명령 한 줄로 빠른 테스트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47750" y="4762500"/>
            <a:ext cx="4810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범용성: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거의 모든 OS에 기본 탑재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00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006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curl이란 무엇인가?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2667000" y="2433637"/>
            <a:ext cx="7715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-X (Method):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-X POST 처럼 HTTP 메서드를 지정할 때 사용합니다. (기본은 GET)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2667000" y="3195637"/>
            <a:ext cx="7715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-H (Header):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-H "Content-Type: application/json" 처럼 인증이나 데이터 형식을 설정합니다.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667000" y="3957637"/>
            <a:ext cx="7715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-d (Data):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서버로 보낼 본문(Body) 데이터를 입력합니다. 주로 POST 요청 시 사용합니다.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2667000" y="4719637"/>
            <a:ext cx="7715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-i (Include):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서버의 응답 헤더와 상태 코드를 함께 출력하여 디버깅을 돕습니다.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2471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0750" y="32337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0" y="39957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0" y="4757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반드시 알아야 할 curl 옵션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60451"/>
            <a:ext cx="5381625" cy="2441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660451"/>
            <a:ext cx="5381625" cy="244197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866775" y="2955726"/>
            <a:ext cx="47910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[데이터 조회] GET</a:t>
            </a:r>
            <a:endParaRPr/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3260526"/>
            <a:ext cx="4791075" cy="52953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866775" y="3932932"/>
            <a:ext cx="4791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URL의 리소스를 단순히 가져옵니다. 기본 옵션 없이 호출 가능합니다.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534150" y="2955726"/>
            <a:ext cx="47910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[데이터 생성] POST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3260526"/>
            <a:ext cx="4791075" cy="1017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6534150" y="4420492"/>
            <a:ext cx="4791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헤더와 바디 데이터를 함께 실어 서버에 전송합니다.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실전 curl 요청 예제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957262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설계와 도구의 결합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18621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효율적인 API 활용을 위한 마지막 팁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51482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좋은 API는 명확한 규칙과 편리한 도구 활용에서 시작됩니다.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047750" y="2462212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버전 관리: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/v1/user 처럼 변화에 대비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47750" y="3252787"/>
            <a:ext cx="447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Copy as cURL: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개발자 도구에서 실제 요청 복사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047750" y="4014787"/>
            <a:ext cx="4476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문서화: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사용자가 명확히 알 수 있는 가이드 제공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28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295275" y="571500"/>
            <a:ext cx="116014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21431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API와 curl에 대해 궁금한 점을 나누어 보세요.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298504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571500" y="208999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07285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40557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0633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0633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0461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40461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830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830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5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223286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https://png.pngtree.com/thumb_back/fw800/background/20251206/pngtree-abstract-visualization-of-data-transmission-between-neural-nodes-representing-api-and-image_20752363.webp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26766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13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321572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https://media2.dev.to/dynamic/image/width=800%2Cheight=%2Cfit=scale-down%2Cgravity=auto%2Cformat=auto/https%3A%2F%2Fdev-to-uploads.s3.amazonaws.com%2Fuploads%2Farticles%2Fhllyl7taeddlz9p48ahy.jpg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36595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dev.to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51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41985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https://learntocodewith.me/wp-content/uploads/2021/10/command-line-1024x768.jpg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44443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learntocodewith.me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89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9833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https://images.stockcake.com/public/1/d/e/1dea792f-1ccd-423f-ae42-0b0bc5648529_large/nighttime-coding-session-stockcake.jpg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52290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800100" y="571500"/>
            <a:ext cx="1136142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